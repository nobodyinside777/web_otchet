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4" r:id="rId2"/>
  </p:sldMasterIdLst>
  <p:notesMasterIdLst>
    <p:notesMasterId r:id="rId9"/>
  </p:notesMasterIdLst>
  <p:handoutMasterIdLst>
    <p:handoutMasterId r:id="rId10"/>
  </p:handoutMasterIdLst>
  <p:sldIdLst>
    <p:sldId id="2147476793" r:id="rId3"/>
  </p:sldIdLst>
  <p:sldSz cx="12192000" cy="6858000"/>
  <p:notesSz cx="9926638" cy="6797675"/>
  <p:embeddedFontLst>
    <p:embeddedFont>
      <p:font typeface="PT Root UI" panose="020B0303020202020204" pitchFamily="34" charset="-52"/>
      <p:regular r:id="rId11"/>
    </p:embeddedFont>
    <p:embeddedFont>
      <p:font typeface="PT Root UI Bold" panose="020B0603020202020204" pitchFamily="34" charset="-52"/>
      <p:bold r:id="rId12"/>
    </p:embeddedFont>
    <p:embeddedFont>
      <p:font typeface="TeXGyreHeros" panose="020B0604020202020204" charset="-52"/>
      <p:regular r:id="rId13"/>
      <p:bold r:id="rId14"/>
      <p:italic r:id="rId15"/>
      <p:boldItalic r:id="rId16"/>
    </p:embeddedFont>
  </p:embeddedFontLst>
  <p:defaultTextStyle>
    <a:defPPr>
      <a:defRPr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>
          <p15:clr>
            <a:srgbClr val="A4A3A4"/>
          </p15:clr>
        </p15:guide>
        <p15:guide id="4" orient="horz" pos="4020" userDrawn="1">
          <p15:clr>
            <a:srgbClr val="A4A3A4"/>
          </p15:clr>
        </p15:guide>
        <p15:guide id="6" pos="3840">
          <p15:clr>
            <a:srgbClr val="A4A3A4"/>
          </p15:clr>
        </p15:guide>
        <p15:guide id="7" pos="370">
          <p15:clr>
            <a:srgbClr val="A4A3A4"/>
          </p15:clr>
        </p15:guide>
        <p15:guide id="8" pos="7310">
          <p15:clr>
            <a:srgbClr val="A4A3A4"/>
          </p15:clr>
        </p15:guide>
        <p15:guide id="9" pos="2964">
          <p15:clr>
            <a:srgbClr val="A4A3A4"/>
          </p15:clr>
        </p15:guide>
        <p15:guide id="10" orient="horz" pos="3861" userDrawn="1">
          <p15:clr>
            <a:srgbClr val="A4A3A4"/>
          </p15:clr>
        </p15:guide>
        <p15:guide id="11" orient="horz" pos="300" userDrawn="1">
          <p15:clr>
            <a:srgbClr val="A4A3A4"/>
          </p15:clr>
        </p15:guide>
        <p15:guide id="12" orient="horz" pos="4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B7"/>
    <a:srgbClr val="C00100"/>
    <a:srgbClr val="00B050"/>
    <a:srgbClr val="28AEF0"/>
    <a:srgbClr val="FE5F19"/>
    <a:srgbClr val="FFE8DE"/>
    <a:srgbClr val="F2F2F2"/>
    <a:srgbClr val="D9D9D9"/>
    <a:srgbClr val="00B04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 autoAdjust="0"/>
    <p:restoredTop sz="97007" autoAdjust="0"/>
  </p:normalViewPr>
  <p:slideViewPr>
    <p:cSldViewPr snapToGrid="0">
      <p:cViewPr varScale="1">
        <p:scale>
          <a:sx n="111" d="100"/>
          <a:sy n="111" d="100"/>
        </p:scale>
        <p:origin x="1236" y="96"/>
      </p:cViewPr>
      <p:guideLst>
        <p:guide orient="horz" pos="414"/>
        <p:guide orient="horz" pos="4020"/>
        <p:guide pos="3840"/>
        <p:guide pos="370"/>
        <p:guide pos="7310"/>
        <p:guide pos="2964"/>
        <p:guide orient="horz" pos="3861"/>
        <p:guide orient="horz" pos="300"/>
        <p:guide orient="horz" pos="459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1350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FD333A5-10EC-FB7F-F5C5-0053D5D419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l">
              <a:defRPr sz="11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A8CD70-C8BC-6B42-542B-94FA5F5600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51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r">
              <a:defRPr sz="1100"/>
            </a:lvl1pPr>
          </a:lstStyle>
          <a:p>
            <a:fld id="{3F2B71C5-485B-41C4-90A8-0D720F0127B4}" type="datetimeFigureOut">
              <a:rPr lang="ru-RU" smtClean="0"/>
              <a:t/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DFB64D-7149-18B5-8F33-1429E45077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l">
              <a:defRPr sz="11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F97D31-8DD8-FFF8-4F27-303945F9F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51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r">
              <a:defRPr sz="1100"/>
            </a:lvl1pPr>
          </a:lstStyle>
          <a:p>
            <a:fld id="{7B837260-1E67-494C-93F0-E010D6186C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550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l">
              <a:defRPr sz="11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510" y="0"/>
            <a:ext cx="4301543" cy="341458"/>
          </a:xfrm>
          <a:prstGeom prst="rect">
            <a:avLst/>
          </a:prstGeom>
        </p:spPr>
        <p:txBody>
          <a:bodyPr vert="horz" lIns="80275" tIns="40138" rIns="80275" bIns="40138" rtlCol="0"/>
          <a:lstStyle>
            <a:lvl1pPr algn="r">
              <a:defRPr sz="1100"/>
            </a:lvl1pPr>
          </a:lstStyle>
          <a:p>
            <a:fld id="{B800D508-54C2-1848-BCC7-0AE2D1CE7802}" type="datetimeFigureOut">
              <a:rPr lang="en-ES" smtClean="0"/>
              <a:t/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0275" tIns="40138" rIns="80275" bIns="40138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2"/>
            <a:ext cx="7941310" cy="2676584"/>
          </a:xfrm>
          <a:prstGeom prst="rect">
            <a:avLst/>
          </a:prstGeom>
        </p:spPr>
        <p:txBody>
          <a:bodyPr vert="horz" lIns="80275" tIns="40138" rIns="80275" bIns="401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l">
              <a:defRPr sz="11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510" y="6456219"/>
            <a:ext cx="4301543" cy="341457"/>
          </a:xfrm>
          <a:prstGeom prst="rect">
            <a:avLst/>
          </a:prstGeom>
        </p:spPr>
        <p:txBody>
          <a:bodyPr vert="horz" lIns="80275" tIns="40138" rIns="80275" bIns="40138" rtlCol="0" anchor="b"/>
          <a:lstStyle>
            <a:lvl1pPr algn="r">
              <a:defRPr sz="1100"/>
            </a:lvl1pPr>
          </a:lstStyle>
          <a:p>
            <a:fld id="{9D664C31-352A-1348-811E-7FC2CFA448EF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3406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ользовательский макет" userDrawn="1">
  <p:cSld name="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Белый со стр и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98708" y="359631"/>
            <a:ext cx="10977354" cy="36933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 i="0">
                <a:solidFill>
                  <a:srgbClr val="140F2E"/>
                </a:solidFill>
                <a:latin typeface="+mj-lt"/>
                <a:ea typeface="PT Root UI Bold"/>
                <a:cs typeface="Arial"/>
              </a:defRPr>
            </a:lvl1pPr>
          </a:lstStyle>
          <a:p>
            <a:pPr>
              <a:defRPr/>
            </a:pPr>
            <a:r>
              <a:rPr lang="ru-RU" dirty="0"/>
              <a:t>Пустой слайд</a:t>
            </a:r>
            <a:endParaRPr dirty="0"/>
          </a:p>
        </p:txBody>
      </p:sp>
      <p:sp>
        <p:nvSpPr>
          <p:cNvPr id="4" name="Прямоугольник 492">
            <a:extLst>
              <a:ext uri="{FF2B5EF4-FFF2-40B4-BE49-F238E27FC236}">
                <a16:creationId xmlns:a16="http://schemas.microsoft.com/office/drawing/2014/main" id="{4C39AE3E-BEB3-EFFC-8FFD-DBB94942B1D9}"/>
              </a:ext>
            </a:extLst>
          </p:cNvPr>
          <p:cNvSpPr/>
          <p:nvPr userDrawn="1"/>
        </p:nvSpPr>
        <p:spPr bwMode="auto">
          <a:xfrm>
            <a:off x="11822463" y="6567173"/>
            <a:ext cx="288032" cy="13716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28B6D-1001-487C-8FFE-85B114390330}" type="slidenum">
              <a:rPr kumimoji="0" lang="ru-RU" sz="10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PT Root UI"/>
                <a:ea typeface="PT Root UI" panose="020B0303020202020204" pitchFamily="34" charset="-52"/>
                <a:cs typeface="Suisse Intl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PT Root UI"/>
              <a:ea typeface="PT Root UI" panose="020B0303020202020204" pitchFamily="34" charset="-52"/>
              <a:cs typeface="Suisse Intl Light"/>
            </a:endParaRPr>
          </a:p>
        </p:txBody>
      </p:sp>
      <p:cxnSp>
        <p:nvCxnSpPr>
          <p:cNvPr id="5" name="Прямая соединительная линия 493">
            <a:extLst>
              <a:ext uri="{FF2B5EF4-FFF2-40B4-BE49-F238E27FC236}">
                <a16:creationId xmlns:a16="http://schemas.microsoft.com/office/drawing/2014/main" id="{E36406AE-293A-94A7-5780-F3FE6922046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803561" y="6571267"/>
            <a:ext cx="0" cy="14744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cxnSp>
        <p:nvCxnSpPr>
          <p:cNvPr id="10" name="Прямая соединительная линия 452">
            <a:extLst>
              <a:ext uri="{FF2B5EF4-FFF2-40B4-BE49-F238E27FC236}">
                <a16:creationId xmlns:a16="http://schemas.microsoft.com/office/drawing/2014/main" id="{84B184C3-1227-02C3-BEA1-8DAE6FDCDB7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93714" y="317628"/>
            <a:ext cx="0" cy="409949"/>
          </a:xfrm>
          <a:prstGeom prst="line">
            <a:avLst/>
          </a:prstGeom>
          <a:ln w="19050">
            <a:solidFill>
              <a:srgbClr val="2B2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40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елый со стр и заголовком в 2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 bwMode="auto">
          <a:xfrm>
            <a:off x="698708" y="512301"/>
            <a:ext cx="10977354" cy="28693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75000"/>
              </a:lnSpc>
              <a:defRPr sz="2400" b="1" i="0">
                <a:solidFill>
                  <a:srgbClr val="140F2E"/>
                </a:solidFill>
                <a:latin typeface="+mj-lt"/>
                <a:ea typeface="PT Root UI Bold"/>
                <a:cs typeface="Arial"/>
              </a:defRPr>
            </a:lvl1pPr>
          </a:lstStyle>
          <a:p>
            <a:pPr>
              <a:defRPr/>
            </a:pPr>
            <a:r>
              <a:rPr lang="ru-RU" dirty="0"/>
              <a:t>Пустой слайд</a:t>
            </a:r>
            <a:endParaRPr dirty="0"/>
          </a:p>
        </p:txBody>
      </p:sp>
      <p:sp>
        <p:nvSpPr>
          <p:cNvPr id="4" name="Прямоугольник 492">
            <a:extLst>
              <a:ext uri="{FF2B5EF4-FFF2-40B4-BE49-F238E27FC236}">
                <a16:creationId xmlns:a16="http://schemas.microsoft.com/office/drawing/2014/main" id="{4C39AE3E-BEB3-EFFC-8FFD-DBB94942B1D9}"/>
              </a:ext>
            </a:extLst>
          </p:cNvPr>
          <p:cNvSpPr/>
          <p:nvPr userDrawn="1"/>
        </p:nvSpPr>
        <p:spPr bwMode="auto">
          <a:xfrm>
            <a:off x="11822463" y="6567173"/>
            <a:ext cx="288032" cy="13716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28B6D-1001-487C-8FFE-85B114390330}" type="slidenum">
              <a:rPr kumimoji="0" lang="ru-RU" sz="10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PT Root UI"/>
                <a:ea typeface="PT Root UI" panose="020B0303020202020204" pitchFamily="34" charset="-52"/>
                <a:cs typeface="Suisse Intl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PT Root UI"/>
              <a:ea typeface="PT Root UI" panose="020B0303020202020204" pitchFamily="34" charset="-52"/>
              <a:cs typeface="Suisse Intl Light"/>
            </a:endParaRPr>
          </a:p>
        </p:txBody>
      </p:sp>
      <p:cxnSp>
        <p:nvCxnSpPr>
          <p:cNvPr id="5" name="Прямая соединительная линия 493">
            <a:extLst>
              <a:ext uri="{FF2B5EF4-FFF2-40B4-BE49-F238E27FC236}">
                <a16:creationId xmlns:a16="http://schemas.microsoft.com/office/drawing/2014/main" id="{E36406AE-293A-94A7-5780-F3FE6922046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803561" y="6571267"/>
            <a:ext cx="0" cy="147444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cxnSp>
        <p:nvCxnSpPr>
          <p:cNvPr id="6" name="Прямая соединительная линия 452">
            <a:extLst>
              <a:ext uri="{FF2B5EF4-FFF2-40B4-BE49-F238E27FC236}">
                <a16:creationId xmlns:a16="http://schemas.microsoft.com/office/drawing/2014/main" id="{D3270C60-66FD-3142-1F95-DB4802D0821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93714" y="317628"/>
            <a:ext cx="0" cy="596772"/>
          </a:xfrm>
          <a:prstGeom prst="line">
            <a:avLst/>
          </a:prstGeom>
          <a:ln w="19050">
            <a:solidFill>
              <a:srgbClr val="2B2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80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4586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EA992F-B548-FD4D-8EB9-CF40026C5182}" type="slidenum">
              <a:rPr lang="ru-RU"/>
              <a:t>‹#›</a:t>
            </a:fld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3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90609"/>
          </p15:clr>
        </p15:guide>
        <p15:guide id="2" pos="7680">
          <p15:clr>
            <a:srgbClr val="F90609"/>
          </p15:clr>
        </p15:guide>
        <p15:guide id="3" pos="302">
          <p15:clr>
            <a:srgbClr val="F90609"/>
          </p15:clr>
        </p15:guide>
        <p15:guide id="4" pos="3840">
          <p15:clr>
            <a:srgbClr val="F90609"/>
          </p15:clr>
        </p15:guide>
        <p15:guide id="5" pos="7378">
          <p15:clr>
            <a:srgbClr val="F90609"/>
          </p15:clr>
        </p15:guide>
        <p15:guide id="6" orient="horz">
          <p15:clr>
            <a:srgbClr val="F90609"/>
          </p15:clr>
        </p15:guide>
        <p15:guide id="7" orient="horz" pos="4320">
          <p15:clr>
            <a:srgbClr val="F90609"/>
          </p15:clr>
        </p15:guide>
        <p15:guide id="8" orient="horz" pos="264">
          <p15:clr>
            <a:srgbClr val="F90609"/>
          </p15:clr>
        </p15:guide>
        <p15:guide id="9" orient="horz" pos="2140">
          <p15:clr>
            <a:srgbClr val="F90609"/>
          </p15:clr>
        </p15:guide>
        <p15:guide id="10" orient="horz" pos="4042">
          <p15:clr>
            <a:srgbClr val="F90609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95DBA-33C9-9A7E-07E8-60FCD7EFEC3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B8471-4448-2709-AC71-370CAE1D7F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1" b="24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15E29BA-056B-D78E-4D91-A49643D7A812}"/>
              </a:ext>
            </a:extLst>
          </p:cNvPr>
          <p:cNvSpPr/>
          <p:nvPr/>
        </p:nvSpPr>
        <p:spPr bwMode="auto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FE5F19">
                  <a:alpha val="44000"/>
                </a:srgbClr>
              </a:gs>
              <a:gs pos="100000">
                <a:srgbClr val="FE5F19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47ADCB5-9D9B-2B91-2AB0-A434156F9081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52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7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" name="Google Shape;105;p1">
            <a:extLst>
              <a:ext uri="{FF2B5EF4-FFF2-40B4-BE49-F238E27FC236}">
                <a16:creationId xmlns:a16="http://schemas.microsoft.com/office/drawing/2014/main" id="{110496EA-1835-C120-ADB2-A92867FEE573}"/>
              </a:ext>
            </a:extLst>
          </p:cNvPr>
          <p:cNvSpPr/>
          <p:nvPr/>
        </p:nvSpPr>
        <p:spPr bwMode="auto">
          <a:xfrm>
            <a:off x="514256" y="1876805"/>
            <a:ext cx="7697237" cy="204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8300" b="1" dirty="0">
                <a:solidFill>
                  <a:schemeClr val="bg1"/>
                </a:solidFill>
                <a:latin typeface="TeXGyreHeros" panose="00000500000000000000" pitchFamily="2" charset="-52"/>
                <a:ea typeface="PT Root UI Bold"/>
              </a:rPr>
              <a:t/>
            </a:r>
            <a:endParaRPr b="1" dirty="0">
              <a:solidFill>
                <a:schemeClr val="bg1"/>
              </a:solidFill>
              <a:latin typeface="TeXGyreHeros" panose="00000500000000000000" pitchFamily="2" charset="-52"/>
            </a:endParaRPr>
          </a:p>
        </p:txBody>
      </p:sp>
      <p:sp>
        <p:nvSpPr>
          <p:cNvPr id="32" name="Google Shape;105;p1">
            <a:extLst>
              <a:ext uri="{FF2B5EF4-FFF2-40B4-BE49-F238E27FC236}">
                <a16:creationId xmlns:a16="http://schemas.microsoft.com/office/drawing/2014/main" id="{C4F776E2-4CB0-4985-8AC6-CBDAAA443FCA}"/>
              </a:ext>
            </a:extLst>
          </p:cNvPr>
          <p:cNvSpPr/>
          <p:nvPr/>
        </p:nvSpPr>
        <p:spPr bwMode="auto">
          <a:xfrm>
            <a:off x="587375" y="4020678"/>
            <a:ext cx="3984625" cy="350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2800" dirty="0">
                <a:solidFill>
                  <a:schemeClr val="bg1"/>
                </a:solidFill>
                <a:latin typeface="PT Root UI Bold" panose="020B0603020202020204" pitchFamily="34" charset="-52"/>
                <a:ea typeface="PT Root UI Bold" panose="020B0603020202020204" pitchFamily="34" charset="-52"/>
              </a:rPr>
              <a:t/>
            </a:r>
            <a:endParaRPr lang="ru-RU" sz="4400" dirty="0">
              <a:solidFill>
                <a:schemeClr val="bg1"/>
              </a:solidFill>
              <a:latin typeface="PT Root UI Bold" panose="020B0603020202020204" pitchFamily="34" charset="-52"/>
              <a:ea typeface="PT Root UI Bold" panose="020B0603020202020204" pitchFamily="34" charset="-52"/>
            </a:endParaRPr>
          </a:p>
        </p:txBody>
      </p:sp>
      <p:graphicFrame>
        <p:nvGraphicFramePr>
          <p:cNvPr id="33" name="Таблица 32">
            <a:extLst>
              <a:ext uri="{FF2B5EF4-FFF2-40B4-BE49-F238E27FC236}">
                <a16:creationId xmlns:a16="http://schemas.microsoft.com/office/drawing/2014/main" id="{164CFE6F-B093-FE81-642B-6C19EFCD2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529264"/>
              </p:ext>
            </p:extLst>
          </p:nvPr>
        </p:nvGraphicFramePr>
        <p:xfrm>
          <a:off x="587376" y="4716380"/>
          <a:ext cx="3816348" cy="56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latin typeface="PT Root UI Bold" panose="020B0603020202020204" pitchFamily="34" charset="-52"/>
                          <a:ea typeface="PT Root UI Bold" panose="020B0603020202020204" pitchFamily="34" charset="-52"/>
                        </a:rPr>
                        <a:t/>
                      </a:r>
                    </a:p>
                  </a:txBody>
                  <a:tcPr marT="36000" anchor="ctr">
                    <a:lnL w="9525" algn="ctr">
                      <a:solidFill>
                        <a:schemeClr val="bg1"/>
                      </a:solidFill>
                    </a:lnL>
                    <a:lnR w="9525" algn="ctr">
                      <a:solidFill>
                        <a:schemeClr val="bg1"/>
                      </a:solidFill>
                    </a:lnR>
                    <a:lnT w="9525" algn="ctr">
                      <a:solidFill>
                        <a:schemeClr val="bg1"/>
                      </a:solidFill>
                    </a:lnT>
                    <a:lnB w="9525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latin typeface="PT Root UI Bold" panose="020B0603020202020204" pitchFamily="34" charset="-52"/>
                          <a:ea typeface="PT Root UI Bold" panose="020B0603020202020204" pitchFamily="34" charset="-52"/>
                        </a:rPr>
                        <a:t/>
                      </a:r>
                      <a:endParaRPr b="0" dirty="0">
                        <a:latin typeface="PT Root UI Bold" panose="020B0603020202020204" pitchFamily="34" charset="-52"/>
                        <a:ea typeface="PT Root UI Bold" panose="020B0603020202020204" pitchFamily="34" charset="-52"/>
                      </a:endParaRPr>
                    </a:p>
                  </a:txBody>
                  <a:tcPr marT="36000" anchor="ctr">
                    <a:lnL w="9525" algn="ctr">
                      <a:solidFill>
                        <a:schemeClr val="bg1"/>
                      </a:solidFill>
                    </a:lnL>
                    <a:lnR w="9525" algn="ctr">
                      <a:solidFill>
                        <a:schemeClr val="bg1"/>
                      </a:solidFill>
                    </a:lnR>
                    <a:lnT w="9525" algn="ctr">
                      <a:solidFill>
                        <a:schemeClr val="bg1"/>
                      </a:solidFill>
                    </a:lnT>
                    <a:lnB w="9525" algn="ctr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latin typeface="PT Root UI Bold" panose="020B0603020202020204" pitchFamily="34" charset="-52"/>
                          <a:ea typeface="PT Root UI Bold" panose="020B0603020202020204" pitchFamily="34" charset="-52"/>
                        </a:rPr>
                        <a:t/>
                      </a:r>
                      <a:endParaRPr b="0" dirty="0">
                        <a:latin typeface="PT Root UI Bold" panose="020B0603020202020204" pitchFamily="34" charset="-52"/>
                        <a:ea typeface="PT Root UI Bold" panose="020B0603020202020204" pitchFamily="34" charset="-52"/>
                      </a:endParaRPr>
                    </a:p>
                  </a:txBody>
                  <a:tcPr marT="36000" anchor="ctr">
                    <a:lnL w="9525" algn="ctr">
                      <a:solidFill>
                        <a:schemeClr val="bg1"/>
                      </a:solidFill>
                    </a:lnL>
                    <a:lnR w="9525" algn="ctr">
                      <a:solidFill>
                        <a:schemeClr val="bg1"/>
                      </a:solidFill>
                    </a:lnR>
                    <a:lnT w="9525" algn="ctr">
                      <a:solidFill>
                        <a:schemeClr val="bg1"/>
                      </a:solidFill>
                    </a:lnT>
                    <a:lnB w="9525" algn="ctr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Google Shape;105;p1">
            <a:extLst>
              <a:ext uri="{FF2B5EF4-FFF2-40B4-BE49-F238E27FC236}">
                <a16:creationId xmlns:a16="http://schemas.microsoft.com/office/drawing/2014/main" id="{A465468E-183E-782C-A76F-90B963E50990}"/>
              </a:ext>
            </a:extLst>
          </p:cNvPr>
          <p:cNvSpPr/>
          <p:nvPr/>
        </p:nvSpPr>
        <p:spPr bwMode="auto">
          <a:xfrm>
            <a:off x="585394" y="6038085"/>
            <a:ext cx="1046556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ru-RU" sz="1200" i="0" u="none" strike="noStrike" cap="none" spc="0" dirty="0">
                <a:ln>
                  <a:noFill/>
                </a:ln>
                <a:solidFill>
                  <a:schemeClr val="bg1"/>
                </a:solidFill>
                <a:latin typeface="PT Root UI" panose="020B0303020202020204" pitchFamily="34" charset="-52"/>
                <a:ea typeface="PT Root UI" panose="020B0303020202020204" pitchFamily="34" charset="-52"/>
              </a:rPr>
              <a:t/>
            </a:r>
            <a:endParaRPr lang="ru-RU" sz="2400" i="0" u="none" strike="noStrike" cap="none" spc="0" dirty="0">
              <a:ln>
                <a:noFill/>
              </a:ln>
              <a:solidFill>
                <a:schemeClr val="bg1"/>
              </a:solidFill>
              <a:latin typeface="PT Root UI" panose="020B0303020202020204" pitchFamily="34" charset="-52"/>
              <a:ea typeface="PT Root UI" panose="020B0303020202020204" pitchFamily="34" charset="-52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663A7EA-E16D-EA1F-016C-650F6A19D67D}"/>
              </a:ext>
            </a:extLst>
          </p:cNvPr>
          <p:cNvGrpSpPr/>
          <p:nvPr/>
        </p:nvGrpSpPr>
        <p:grpSpPr>
          <a:xfrm>
            <a:off x="587375" y="478170"/>
            <a:ext cx="2398291" cy="500986"/>
            <a:chOff x="483968" y="534131"/>
            <a:chExt cx="2398291" cy="500986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1275BFC-0E87-25AE-4351-70FC3F4776A7}"/>
                </a:ext>
              </a:extLst>
            </p:cNvPr>
            <p:cNvSpPr/>
            <p:nvPr/>
          </p:nvSpPr>
          <p:spPr>
            <a:xfrm>
              <a:off x="635986" y="598959"/>
              <a:ext cx="176212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T Root UI"/>
                <a:cs typeface="Arial"/>
              </a:endParaRPr>
            </a:p>
          </p:txBody>
        </p:sp>
        <p:grpSp>
          <p:nvGrpSpPr>
            <p:cNvPr id="21" name="Группа 1">
              <a:extLst>
                <a:ext uri="{FF2B5EF4-FFF2-40B4-BE49-F238E27FC236}">
                  <a16:creationId xmlns:a16="http://schemas.microsoft.com/office/drawing/2014/main" id="{26F1959F-B406-10F0-3FA2-AD8D043FAD1A}"/>
                </a:ext>
              </a:extLst>
            </p:cNvPr>
            <p:cNvGrpSpPr/>
            <p:nvPr/>
          </p:nvGrpSpPr>
          <p:grpSpPr>
            <a:xfrm>
              <a:off x="483968" y="534131"/>
              <a:ext cx="2398291" cy="500986"/>
              <a:chOff x="446402" y="437504"/>
              <a:chExt cx="1178123" cy="246101"/>
            </a:xfrm>
          </p:grpSpPr>
          <p:grpSp>
            <p:nvGrpSpPr>
              <p:cNvPr id="22" name="Группа 2">
                <a:extLst>
                  <a:ext uri="{FF2B5EF4-FFF2-40B4-BE49-F238E27FC236}">
                    <a16:creationId xmlns:a16="http://schemas.microsoft.com/office/drawing/2014/main" id="{54F43BE4-E7AD-4FB6-283E-D92AC8A84A65}"/>
                  </a:ext>
                </a:extLst>
              </p:cNvPr>
              <p:cNvGrpSpPr/>
              <p:nvPr/>
            </p:nvGrpSpPr>
            <p:grpSpPr>
              <a:xfrm>
                <a:off x="786819" y="455141"/>
                <a:ext cx="837706" cy="228464"/>
                <a:chOff x="636611" y="-645680"/>
                <a:chExt cx="664605" cy="181255"/>
              </a:xfrm>
              <a:solidFill>
                <a:srgbClr val="FFFFFF"/>
              </a:solidFill>
            </p:grpSpPr>
            <p:sp>
              <p:nvSpPr>
                <p:cNvPr id="31" name="Полилиния: фигура 4">
                  <a:extLst>
                    <a:ext uri="{FF2B5EF4-FFF2-40B4-BE49-F238E27FC236}">
                      <a16:creationId xmlns:a16="http://schemas.microsoft.com/office/drawing/2014/main" id="{451B56E0-F7B3-DB71-E236-CBC81E259600}"/>
                    </a:ext>
                  </a:extLst>
                </p:cNvPr>
                <p:cNvSpPr/>
                <p:nvPr/>
              </p:nvSpPr>
              <p:spPr>
                <a:xfrm>
                  <a:off x="636611" y="-612164"/>
                  <a:ext cx="95735" cy="110178"/>
                </a:xfrm>
                <a:custGeom>
                  <a:avLst/>
                  <a:gdLst>
                    <a:gd name="connsiteX0" fmla="*/ 95735 w 95735"/>
                    <a:gd name="connsiteY0" fmla="*/ 105749 h 110178"/>
                    <a:gd name="connsiteX1" fmla="*/ 66400 w 95735"/>
                    <a:gd name="connsiteY1" fmla="*/ 105749 h 110178"/>
                    <a:gd name="connsiteX2" fmla="*/ 63311 w 95735"/>
                    <a:gd name="connsiteY2" fmla="*/ 95347 h 110178"/>
                    <a:gd name="connsiteX3" fmla="*/ 31655 w 95735"/>
                    <a:gd name="connsiteY3" fmla="*/ 110179 h 110178"/>
                    <a:gd name="connsiteX4" fmla="*/ 7335 w 95735"/>
                    <a:gd name="connsiteY4" fmla="*/ 100355 h 110178"/>
                    <a:gd name="connsiteX5" fmla="*/ 0 w 95735"/>
                    <a:gd name="connsiteY5" fmla="*/ 78974 h 110178"/>
                    <a:gd name="connsiteX6" fmla="*/ 30690 w 95735"/>
                    <a:gd name="connsiteY6" fmla="*/ 46229 h 110178"/>
                    <a:gd name="connsiteX7" fmla="*/ 41500 w 95735"/>
                    <a:gd name="connsiteY7" fmla="*/ 44303 h 110178"/>
                    <a:gd name="connsiteX8" fmla="*/ 58485 w 95735"/>
                    <a:gd name="connsiteY8" fmla="*/ 40258 h 110178"/>
                    <a:gd name="connsiteX9" fmla="*/ 63117 w 95735"/>
                    <a:gd name="connsiteY9" fmla="*/ 32168 h 110178"/>
                    <a:gd name="connsiteX10" fmla="*/ 47481 w 95735"/>
                    <a:gd name="connsiteY10" fmla="*/ 21766 h 110178"/>
                    <a:gd name="connsiteX11" fmla="*/ 33392 w 95735"/>
                    <a:gd name="connsiteY11" fmla="*/ 24848 h 110178"/>
                    <a:gd name="connsiteX12" fmla="*/ 28374 w 95735"/>
                    <a:gd name="connsiteY12" fmla="*/ 36020 h 110178"/>
                    <a:gd name="connsiteX13" fmla="*/ 2316 w 95735"/>
                    <a:gd name="connsiteY13" fmla="*/ 36020 h 110178"/>
                    <a:gd name="connsiteX14" fmla="*/ 46905 w 95735"/>
                    <a:gd name="connsiteY14" fmla="*/ 0 h 110178"/>
                    <a:gd name="connsiteX15" fmla="*/ 89561 w 95735"/>
                    <a:gd name="connsiteY15" fmla="*/ 31975 h 110178"/>
                    <a:gd name="connsiteX16" fmla="*/ 89561 w 95735"/>
                    <a:gd name="connsiteY16" fmla="*/ 89761 h 110178"/>
                    <a:gd name="connsiteX17" fmla="*/ 95735 w 95735"/>
                    <a:gd name="connsiteY17" fmla="*/ 102474 h 110178"/>
                    <a:gd name="connsiteX18" fmla="*/ 95735 w 95735"/>
                    <a:gd name="connsiteY18" fmla="*/ 105749 h 110178"/>
                    <a:gd name="connsiteX19" fmla="*/ 63117 w 95735"/>
                    <a:gd name="connsiteY19" fmla="*/ 63950 h 110178"/>
                    <a:gd name="connsiteX20" fmla="*/ 63117 w 95735"/>
                    <a:gd name="connsiteY20" fmla="*/ 56630 h 110178"/>
                    <a:gd name="connsiteX21" fmla="*/ 51730 w 95735"/>
                    <a:gd name="connsiteY21" fmla="*/ 59905 h 110178"/>
                    <a:gd name="connsiteX22" fmla="*/ 42462 w 95735"/>
                    <a:gd name="connsiteY22" fmla="*/ 61639 h 110178"/>
                    <a:gd name="connsiteX23" fmla="*/ 30690 w 95735"/>
                    <a:gd name="connsiteY23" fmla="*/ 66647 h 110178"/>
                    <a:gd name="connsiteX24" fmla="*/ 27022 w 95735"/>
                    <a:gd name="connsiteY24" fmla="*/ 75893 h 110178"/>
                    <a:gd name="connsiteX25" fmla="*/ 30883 w 95735"/>
                    <a:gd name="connsiteY25" fmla="*/ 85138 h 110178"/>
                    <a:gd name="connsiteX26" fmla="*/ 41693 w 95735"/>
                    <a:gd name="connsiteY26" fmla="*/ 88413 h 110178"/>
                    <a:gd name="connsiteX27" fmla="*/ 57519 w 95735"/>
                    <a:gd name="connsiteY27" fmla="*/ 82056 h 110178"/>
                    <a:gd name="connsiteX28" fmla="*/ 63117 w 95735"/>
                    <a:gd name="connsiteY28" fmla="*/ 63950 h 110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735" h="110178">
                      <a:moveTo>
                        <a:pt x="95735" y="105749"/>
                      </a:moveTo>
                      <a:lnTo>
                        <a:pt x="66400" y="105749"/>
                      </a:lnTo>
                      <a:cubicBezTo>
                        <a:pt x="64338" y="103180"/>
                        <a:pt x="63311" y="99713"/>
                        <a:pt x="63311" y="95347"/>
                      </a:cubicBezTo>
                      <a:cubicBezTo>
                        <a:pt x="53789" y="105235"/>
                        <a:pt x="43236" y="110179"/>
                        <a:pt x="31655" y="110179"/>
                      </a:cubicBezTo>
                      <a:cubicBezTo>
                        <a:pt x="21747" y="110179"/>
                        <a:pt x="13640" y="106905"/>
                        <a:pt x="7335" y="100355"/>
                      </a:cubicBezTo>
                      <a:cubicBezTo>
                        <a:pt x="2445" y="95090"/>
                        <a:pt x="0" y="87963"/>
                        <a:pt x="0" y="78974"/>
                      </a:cubicBezTo>
                      <a:cubicBezTo>
                        <a:pt x="0" y="60868"/>
                        <a:pt x="10230" y="49953"/>
                        <a:pt x="30690" y="46229"/>
                      </a:cubicBezTo>
                      <a:lnTo>
                        <a:pt x="41500" y="44303"/>
                      </a:lnTo>
                      <a:cubicBezTo>
                        <a:pt x="50893" y="42633"/>
                        <a:pt x="56556" y="41285"/>
                        <a:pt x="58485" y="40258"/>
                      </a:cubicBezTo>
                      <a:cubicBezTo>
                        <a:pt x="61575" y="38589"/>
                        <a:pt x="63117" y="35892"/>
                        <a:pt x="63117" y="32168"/>
                      </a:cubicBezTo>
                      <a:cubicBezTo>
                        <a:pt x="63117" y="25233"/>
                        <a:pt x="57905" y="21766"/>
                        <a:pt x="47481" y="21766"/>
                      </a:cubicBezTo>
                      <a:cubicBezTo>
                        <a:pt x="40791" y="21766"/>
                        <a:pt x="36094" y="22793"/>
                        <a:pt x="33392" y="24848"/>
                      </a:cubicBezTo>
                      <a:cubicBezTo>
                        <a:pt x="30690" y="26903"/>
                        <a:pt x="29017" y="30627"/>
                        <a:pt x="28374" y="36020"/>
                      </a:cubicBezTo>
                      <a:lnTo>
                        <a:pt x="2316" y="36020"/>
                      </a:lnTo>
                      <a:cubicBezTo>
                        <a:pt x="3989" y="12007"/>
                        <a:pt x="18851" y="0"/>
                        <a:pt x="46905" y="0"/>
                      </a:cubicBezTo>
                      <a:cubicBezTo>
                        <a:pt x="75342" y="0"/>
                        <a:pt x="89561" y="10659"/>
                        <a:pt x="89561" y="31975"/>
                      </a:cubicBezTo>
                      <a:lnTo>
                        <a:pt x="89561" y="89761"/>
                      </a:lnTo>
                      <a:cubicBezTo>
                        <a:pt x="89561" y="94512"/>
                        <a:pt x="91619" y="98750"/>
                        <a:pt x="95735" y="102474"/>
                      </a:cubicBezTo>
                      <a:lnTo>
                        <a:pt x="95735" y="105749"/>
                      </a:lnTo>
                      <a:close/>
                      <a:moveTo>
                        <a:pt x="63117" y="63950"/>
                      </a:moveTo>
                      <a:lnTo>
                        <a:pt x="63117" y="56630"/>
                      </a:lnTo>
                      <a:cubicBezTo>
                        <a:pt x="60672" y="57786"/>
                        <a:pt x="56878" y="58878"/>
                        <a:pt x="51730" y="59905"/>
                      </a:cubicBezTo>
                      <a:lnTo>
                        <a:pt x="42462" y="61639"/>
                      </a:lnTo>
                      <a:cubicBezTo>
                        <a:pt x="37061" y="62666"/>
                        <a:pt x="33135" y="64335"/>
                        <a:pt x="30690" y="66647"/>
                      </a:cubicBezTo>
                      <a:cubicBezTo>
                        <a:pt x="28245" y="68830"/>
                        <a:pt x="27022" y="71912"/>
                        <a:pt x="27022" y="75893"/>
                      </a:cubicBezTo>
                      <a:cubicBezTo>
                        <a:pt x="27022" y="79745"/>
                        <a:pt x="28309" y="82827"/>
                        <a:pt x="30883" y="85138"/>
                      </a:cubicBezTo>
                      <a:cubicBezTo>
                        <a:pt x="33585" y="87321"/>
                        <a:pt x="37190" y="88413"/>
                        <a:pt x="41693" y="88413"/>
                      </a:cubicBezTo>
                      <a:cubicBezTo>
                        <a:pt x="48512" y="88413"/>
                        <a:pt x="53789" y="86294"/>
                        <a:pt x="57519" y="82056"/>
                      </a:cubicBezTo>
                      <a:cubicBezTo>
                        <a:pt x="61252" y="77819"/>
                        <a:pt x="63117" y="71783"/>
                        <a:pt x="63117" y="639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  <p:sp>
              <p:nvSpPr>
                <p:cNvPr id="45" name="Полилиния: фигура 5">
                  <a:extLst>
                    <a:ext uri="{FF2B5EF4-FFF2-40B4-BE49-F238E27FC236}">
                      <a16:creationId xmlns:a16="http://schemas.microsoft.com/office/drawing/2014/main" id="{646D0E01-EA94-9BDB-DA66-F096278003E9}"/>
                    </a:ext>
                  </a:extLst>
                </p:cNvPr>
                <p:cNvSpPr/>
                <p:nvPr/>
              </p:nvSpPr>
              <p:spPr>
                <a:xfrm>
                  <a:off x="750041" y="-645680"/>
                  <a:ext cx="95546" cy="139264"/>
                </a:xfrm>
                <a:custGeom>
                  <a:avLst/>
                  <a:gdLst>
                    <a:gd name="connsiteX0" fmla="*/ 95546 w 95546"/>
                    <a:gd name="connsiteY0" fmla="*/ 139264 h 139264"/>
                    <a:gd name="connsiteX1" fmla="*/ 68523 w 95546"/>
                    <a:gd name="connsiteY1" fmla="*/ 139264 h 139264"/>
                    <a:gd name="connsiteX2" fmla="*/ 68523 w 95546"/>
                    <a:gd name="connsiteY2" fmla="*/ 74159 h 139264"/>
                    <a:gd name="connsiteX3" fmla="*/ 30882 w 95546"/>
                    <a:gd name="connsiteY3" fmla="*/ 139264 h 139264"/>
                    <a:gd name="connsiteX4" fmla="*/ 0 w 95546"/>
                    <a:gd name="connsiteY4" fmla="*/ 139264 h 139264"/>
                    <a:gd name="connsiteX5" fmla="*/ 0 w 95546"/>
                    <a:gd name="connsiteY5" fmla="*/ 35249 h 139264"/>
                    <a:gd name="connsiteX6" fmla="*/ 27023 w 95546"/>
                    <a:gd name="connsiteY6" fmla="*/ 35249 h 139264"/>
                    <a:gd name="connsiteX7" fmla="*/ 27023 w 95546"/>
                    <a:gd name="connsiteY7" fmla="*/ 100355 h 139264"/>
                    <a:gd name="connsiteX8" fmla="*/ 64660 w 95546"/>
                    <a:gd name="connsiteY8" fmla="*/ 35249 h 139264"/>
                    <a:gd name="connsiteX9" fmla="*/ 95546 w 95546"/>
                    <a:gd name="connsiteY9" fmla="*/ 35249 h 139264"/>
                    <a:gd name="connsiteX10" fmla="*/ 95546 w 95546"/>
                    <a:gd name="connsiteY10" fmla="*/ 139264 h 139264"/>
                    <a:gd name="connsiteX11" fmla="*/ 73348 w 95546"/>
                    <a:gd name="connsiteY11" fmla="*/ 2119 h 139264"/>
                    <a:gd name="connsiteX12" fmla="*/ 66013 w 95546"/>
                    <a:gd name="connsiteY12" fmla="*/ 20225 h 139264"/>
                    <a:gd name="connsiteX13" fmla="*/ 47868 w 95546"/>
                    <a:gd name="connsiteY13" fmla="*/ 27545 h 139264"/>
                    <a:gd name="connsiteX14" fmla="*/ 29726 w 95546"/>
                    <a:gd name="connsiteY14" fmla="*/ 20225 h 139264"/>
                    <a:gd name="connsiteX15" fmla="*/ 22391 w 95546"/>
                    <a:gd name="connsiteY15" fmla="*/ 1926 h 139264"/>
                    <a:gd name="connsiteX16" fmla="*/ 22391 w 95546"/>
                    <a:gd name="connsiteY16" fmla="*/ 0 h 139264"/>
                    <a:gd name="connsiteX17" fmla="*/ 33198 w 95546"/>
                    <a:gd name="connsiteY17" fmla="*/ 0 h 139264"/>
                    <a:gd name="connsiteX18" fmla="*/ 48061 w 95546"/>
                    <a:gd name="connsiteY18" fmla="*/ 12713 h 139264"/>
                    <a:gd name="connsiteX19" fmla="*/ 62537 w 95546"/>
                    <a:gd name="connsiteY19" fmla="*/ 0 h 139264"/>
                    <a:gd name="connsiteX20" fmla="*/ 73348 w 95546"/>
                    <a:gd name="connsiteY20" fmla="*/ 0 h 139264"/>
                    <a:gd name="connsiteX21" fmla="*/ 73348 w 95546"/>
                    <a:gd name="connsiteY21" fmla="*/ 2119 h 139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5546" h="139264">
                      <a:moveTo>
                        <a:pt x="95546" y="139264"/>
                      </a:moveTo>
                      <a:lnTo>
                        <a:pt x="68523" y="139264"/>
                      </a:lnTo>
                      <a:lnTo>
                        <a:pt x="68523" y="74159"/>
                      </a:lnTo>
                      <a:lnTo>
                        <a:pt x="30882" y="139264"/>
                      </a:lnTo>
                      <a:lnTo>
                        <a:pt x="0" y="139264"/>
                      </a:lnTo>
                      <a:lnTo>
                        <a:pt x="0" y="35249"/>
                      </a:lnTo>
                      <a:lnTo>
                        <a:pt x="27023" y="35249"/>
                      </a:lnTo>
                      <a:lnTo>
                        <a:pt x="27023" y="100355"/>
                      </a:lnTo>
                      <a:lnTo>
                        <a:pt x="64660" y="35249"/>
                      </a:lnTo>
                      <a:lnTo>
                        <a:pt x="95546" y="35249"/>
                      </a:lnTo>
                      <a:lnTo>
                        <a:pt x="95546" y="139264"/>
                      </a:lnTo>
                      <a:close/>
                      <a:moveTo>
                        <a:pt x="73348" y="2119"/>
                      </a:moveTo>
                      <a:cubicBezTo>
                        <a:pt x="73348" y="9310"/>
                        <a:pt x="70903" y="15345"/>
                        <a:pt x="66013" y="20225"/>
                      </a:cubicBezTo>
                      <a:cubicBezTo>
                        <a:pt x="61124" y="25105"/>
                        <a:pt x="55074" y="27545"/>
                        <a:pt x="47868" y="27545"/>
                      </a:cubicBezTo>
                      <a:cubicBezTo>
                        <a:pt x="40662" y="27545"/>
                        <a:pt x="34616" y="25105"/>
                        <a:pt x="29726" y="20225"/>
                      </a:cubicBezTo>
                      <a:cubicBezTo>
                        <a:pt x="24836" y="15345"/>
                        <a:pt x="22391" y="9246"/>
                        <a:pt x="22391" y="1926"/>
                      </a:cubicBezTo>
                      <a:lnTo>
                        <a:pt x="22391" y="0"/>
                      </a:lnTo>
                      <a:lnTo>
                        <a:pt x="33198" y="0"/>
                      </a:lnTo>
                      <a:cubicBezTo>
                        <a:pt x="34358" y="8475"/>
                        <a:pt x="39312" y="12713"/>
                        <a:pt x="48061" y="12713"/>
                      </a:cubicBezTo>
                      <a:cubicBezTo>
                        <a:pt x="56298" y="12713"/>
                        <a:pt x="61124" y="8475"/>
                        <a:pt x="62537" y="0"/>
                      </a:cubicBezTo>
                      <a:lnTo>
                        <a:pt x="73348" y="0"/>
                      </a:lnTo>
                      <a:lnTo>
                        <a:pt x="73348" y="2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  <p:sp>
              <p:nvSpPr>
                <p:cNvPr id="47" name="Полилиния: фигура 6">
                  <a:extLst>
                    <a:ext uri="{FF2B5EF4-FFF2-40B4-BE49-F238E27FC236}">
                      <a16:creationId xmlns:a16="http://schemas.microsoft.com/office/drawing/2014/main" id="{2E8D364A-4929-D750-1E96-6A0A016E1B05}"/>
                    </a:ext>
                  </a:extLst>
                </p:cNvPr>
                <p:cNvSpPr/>
                <p:nvPr/>
              </p:nvSpPr>
              <p:spPr>
                <a:xfrm>
                  <a:off x="863773" y="-612164"/>
                  <a:ext cx="94192" cy="110178"/>
                </a:xfrm>
                <a:custGeom>
                  <a:avLst/>
                  <a:gdLst>
                    <a:gd name="connsiteX0" fmla="*/ 94193 w 94192"/>
                    <a:gd name="connsiteY0" fmla="*/ 69729 h 110178"/>
                    <a:gd name="connsiteX1" fmla="*/ 79910 w 94192"/>
                    <a:gd name="connsiteY1" fmla="*/ 99392 h 110178"/>
                    <a:gd name="connsiteX2" fmla="*/ 48834 w 94192"/>
                    <a:gd name="connsiteY2" fmla="*/ 110179 h 110178"/>
                    <a:gd name="connsiteX3" fmla="*/ 12740 w 94192"/>
                    <a:gd name="connsiteY3" fmla="*/ 95925 h 110178"/>
                    <a:gd name="connsiteX4" fmla="*/ 0 w 94192"/>
                    <a:gd name="connsiteY4" fmla="*/ 55860 h 110178"/>
                    <a:gd name="connsiteX5" fmla="*/ 12934 w 94192"/>
                    <a:gd name="connsiteY5" fmla="*/ 14639 h 110178"/>
                    <a:gd name="connsiteX6" fmla="*/ 49221 w 94192"/>
                    <a:gd name="connsiteY6" fmla="*/ 0 h 110178"/>
                    <a:gd name="connsiteX7" fmla="*/ 80683 w 94192"/>
                    <a:gd name="connsiteY7" fmla="*/ 10787 h 110178"/>
                    <a:gd name="connsiteX8" fmla="*/ 94193 w 94192"/>
                    <a:gd name="connsiteY8" fmla="*/ 40643 h 110178"/>
                    <a:gd name="connsiteX9" fmla="*/ 68329 w 94192"/>
                    <a:gd name="connsiteY9" fmla="*/ 40643 h 110178"/>
                    <a:gd name="connsiteX10" fmla="*/ 61575 w 94192"/>
                    <a:gd name="connsiteY10" fmla="*/ 26197 h 110178"/>
                    <a:gd name="connsiteX11" fmla="*/ 49028 w 94192"/>
                    <a:gd name="connsiteY11" fmla="*/ 21766 h 110178"/>
                    <a:gd name="connsiteX12" fmla="*/ 32235 w 94192"/>
                    <a:gd name="connsiteY12" fmla="*/ 30627 h 110178"/>
                    <a:gd name="connsiteX13" fmla="*/ 27023 w 94192"/>
                    <a:gd name="connsiteY13" fmla="*/ 55860 h 110178"/>
                    <a:gd name="connsiteX14" fmla="*/ 32815 w 94192"/>
                    <a:gd name="connsiteY14" fmla="*/ 79745 h 110178"/>
                    <a:gd name="connsiteX15" fmla="*/ 49028 w 94192"/>
                    <a:gd name="connsiteY15" fmla="*/ 88413 h 110178"/>
                    <a:gd name="connsiteX16" fmla="*/ 61381 w 94192"/>
                    <a:gd name="connsiteY16" fmla="*/ 84175 h 110178"/>
                    <a:gd name="connsiteX17" fmla="*/ 68329 w 94192"/>
                    <a:gd name="connsiteY17" fmla="*/ 69729 h 110178"/>
                    <a:gd name="connsiteX18" fmla="*/ 94193 w 94192"/>
                    <a:gd name="connsiteY18" fmla="*/ 69729 h 110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4192" h="110178">
                      <a:moveTo>
                        <a:pt x="94193" y="69729"/>
                      </a:moveTo>
                      <a:cubicBezTo>
                        <a:pt x="92908" y="82185"/>
                        <a:pt x="88147" y="92073"/>
                        <a:pt x="79910" y="99392"/>
                      </a:cubicBezTo>
                      <a:cubicBezTo>
                        <a:pt x="71806" y="106583"/>
                        <a:pt x="61446" y="110179"/>
                        <a:pt x="48834" y="110179"/>
                      </a:cubicBezTo>
                      <a:cubicBezTo>
                        <a:pt x="33395" y="110179"/>
                        <a:pt x="21360" y="105428"/>
                        <a:pt x="12740" y="95925"/>
                      </a:cubicBezTo>
                      <a:cubicBezTo>
                        <a:pt x="4249" y="86422"/>
                        <a:pt x="0" y="73067"/>
                        <a:pt x="0" y="55860"/>
                      </a:cubicBezTo>
                      <a:cubicBezTo>
                        <a:pt x="0" y="38139"/>
                        <a:pt x="4314" y="24399"/>
                        <a:pt x="12934" y="14639"/>
                      </a:cubicBezTo>
                      <a:cubicBezTo>
                        <a:pt x="21553" y="4880"/>
                        <a:pt x="33649" y="0"/>
                        <a:pt x="49221" y="0"/>
                      </a:cubicBezTo>
                      <a:cubicBezTo>
                        <a:pt x="62219" y="0"/>
                        <a:pt x="72704" y="3596"/>
                        <a:pt x="80683" y="10787"/>
                      </a:cubicBezTo>
                      <a:cubicBezTo>
                        <a:pt x="88791" y="17978"/>
                        <a:pt x="93294" y="27930"/>
                        <a:pt x="94193" y="40643"/>
                      </a:cubicBezTo>
                      <a:lnTo>
                        <a:pt x="68329" y="40643"/>
                      </a:lnTo>
                      <a:cubicBezTo>
                        <a:pt x="66787" y="33837"/>
                        <a:pt x="64535" y="29021"/>
                        <a:pt x="61575" y="26197"/>
                      </a:cubicBezTo>
                      <a:cubicBezTo>
                        <a:pt x="58743" y="23243"/>
                        <a:pt x="54562" y="21766"/>
                        <a:pt x="49028" y="21766"/>
                      </a:cubicBezTo>
                      <a:cubicBezTo>
                        <a:pt x="41048" y="21766"/>
                        <a:pt x="35454" y="24720"/>
                        <a:pt x="32235" y="30627"/>
                      </a:cubicBezTo>
                      <a:cubicBezTo>
                        <a:pt x="28759" y="37176"/>
                        <a:pt x="27023" y="45587"/>
                        <a:pt x="27023" y="55860"/>
                      </a:cubicBezTo>
                      <a:cubicBezTo>
                        <a:pt x="27023" y="66005"/>
                        <a:pt x="28953" y="73966"/>
                        <a:pt x="32815" y="79745"/>
                      </a:cubicBezTo>
                      <a:cubicBezTo>
                        <a:pt x="36803" y="85524"/>
                        <a:pt x="42208" y="88413"/>
                        <a:pt x="49028" y="88413"/>
                      </a:cubicBezTo>
                      <a:cubicBezTo>
                        <a:pt x="54304" y="88413"/>
                        <a:pt x="58421" y="87000"/>
                        <a:pt x="61381" y="84175"/>
                      </a:cubicBezTo>
                      <a:cubicBezTo>
                        <a:pt x="64342" y="81222"/>
                        <a:pt x="66658" y="76406"/>
                        <a:pt x="68329" y="69729"/>
                      </a:cubicBezTo>
                      <a:lnTo>
                        <a:pt x="94193" y="697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  <p:sp>
              <p:nvSpPr>
                <p:cNvPr id="48" name="Полилиния: фигура 7">
                  <a:extLst>
                    <a:ext uri="{FF2B5EF4-FFF2-40B4-BE49-F238E27FC236}">
                      <a16:creationId xmlns:a16="http://schemas.microsoft.com/office/drawing/2014/main" id="{D702326D-A75E-F123-C7D7-321918BF821F}"/>
                    </a:ext>
                  </a:extLst>
                </p:cNvPr>
                <p:cNvSpPr/>
                <p:nvPr/>
              </p:nvSpPr>
              <p:spPr>
                <a:xfrm>
                  <a:off x="971222" y="-612164"/>
                  <a:ext cx="103070" cy="110178"/>
                </a:xfrm>
                <a:custGeom>
                  <a:avLst/>
                  <a:gdLst>
                    <a:gd name="connsiteX0" fmla="*/ 103070 w 103070"/>
                    <a:gd name="connsiteY0" fmla="*/ 55860 h 110178"/>
                    <a:gd name="connsiteX1" fmla="*/ 89174 w 103070"/>
                    <a:gd name="connsiteY1" fmla="*/ 95540 h 110178"/>
                    <a:gd name="connsiteX2" fmla="*/ 51537 w 103070"/>
                    <a:gd name="connsiteY2" fmla="*/ 110179 h 110178"/>
                    <a:gd name="connsiteX3" fmla="*/ 13703 w 103070"/>
                    <a:gd name="connsiteY3" fmla="*/ 95540 h 110178"/>
                    <a:gd name="connsiteX4" fmla="*/ 0 w 103070"/>
                    <a:gd name="connsiteY4" fmla="*/ 55090 h 110178"/>
                    <a:gd name="connsiteX5" fmla="*/ 13703 w 103070"/>
                    <a:gd name="connsiteY5" fmla="*/ 14832 h 110178"/>
                    <a:gd name="connsiteX6" fmla="*/ 51344 w 103070"/>
                    <a:gd name="connsiteY6" fmla="*/ 0 h 110178"/>
                    <a:gd name="connsiteX7" fmla="*/ 89367 w 103070"/>
                    <a:gd name="connsiteY7" fmla="*/ 14832 h 110178"/>
                    <a:gd name="connsiteX8" fmla="*/ 103070 w 103070"/>
                    <a:gd name="connsiteY8" fmla="*/ 55860 h 110178"/>
                    <a:gd name="connsiteX9" fmla="*/ 76047 w 103070"/>
                    <a:gd name="connsiteY9" fmla="*/ 55475 h 110178"/>
                    <a:gd name="connsiteX10" fmla="*/ 69292 w 103070"/>
                    <a:gd name="connsiteY10" fmla="*/ 31012 h 110178"/>
                    <a:gd name="connsiteX11" fmla="*/ 51537 w 103070"/>
                    <a:gd name="connsiteY11" fmla="*/ 21766 h 110178"/>
                    <a:gd name="connsiteX12" fmla="*/ 33778 w 103070"/>
                    <a:gd name="connsiteY12" fmla="*/ 31012 h 110178"/>
                    <a:gd name="connsiteX13" fmla="*/ 27023 w 103070"/>
                    <a:gd name="connsiteY13" fmla="*/ 55090 h 110178"/>
                    <a:gd name="connsiteX14" fmla="*/ 33778 w 103070"/>
                    <a:gd name="connsiteY14" fmla="*/ 79167 h 110178"/>
                    <a:gd name="connsiteX15" fmla="*/ 51537 w 103070"/>
                    <a:gd name="connsiteY15" fmla="*/ 88413 h 110178"/>
                    <a:gd name="connsiteX16" fmla="*/ 69099 w 103070"/>
                    <a:gd name="connsiteY16" fmla="*/ 79360 h 110178"/>
                    <a:gd name="connsiteX17" fmla="*/ 76047 w 103070"/>
                    <a:gd name="connsiteY17" fmla="*/ 55475 h 110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3070" h="110178">
                      <a:moveTo>
                        <a:pt x="103070" y="55860"/>
                      </a:moveTo>
                      <a:cubicBezTo>
                        <a:pt x="103070" y="72554"/>
                        <a:pt x="98438" y="85780"/>
                        <a:pt x="89174" y="95540"/>
                      </a:cubicBezTo>
                      <a:cubicBezTo>
                        <a:pt x="79910" y="105299"/>
                        <a:pt x="67363" y="110179"/>
                        <a:pt x="51537" y="110179"/>
                      </a:cubicBezTo>
                      <a:cubicBezTo>
                        <a:pt x="35450" y="110179"/>
                        <a:pt x="22838" y="105299"/>
                        <a:pt x="13703" y="95540"/>
                      </a:cubicBezTo>
                      <a:cubicBezTo>
                        <a:pt x="4568" y="85652"/>
                        <a:pt x="0" y="72168"/>
                        <a:pt x="0" y="55090"/>
                      </a:cubicBezTo>
                      <a:cubicBezTo>
                        <a:pt x="0" y="38011"/>
                        <a:pt x="4568" y="24591"/>
                        <a:pt x="13703" y="14832"/>
                      </a:cubicBezTo>
                      <a:cubicBezTo>
                        <a:pt x="22838" y="4944"/>
                        <a:pt x="35385" y="0"/>
                        <a:pt x="51344" y="0"/>
                      </a:cubicBezTo>
                      <a:cubicBezTo>
                        <a:pt x="67685" y="0"/>
                        <a:pt x="80361" y="4944"/>
                        <a:pt x="89367" y="14832"/>
                      </a:cubicBezTo>
                      <a:cubicBezTo>
                        <a:pt x="98503" y="24591"/>
                        <a:pt x="103070" y="38267"/>
                        <a:pt x="103070" y="55860"/>
                      </a:cubicBezTo>
                      <a:close/>
                      <a:moveTo>
                        <a:pt x="76047" y="55475"/>
                      </a:moveTo>
                      <a:cubicBezTo>
                        <a:pt x="76047" y="45202"/>
                        <a:pt x="73795" y="37047"/>
                        <a:pt x="69292" y="31012"/>
                      </a:cubicBezTo>
                      <a:cubicBezTo>
                        <a:pt x="64918" y="24848"/>
                        <a:pt x="58997" y="21766"/>
                        <a:pt x="51537" y="21766"/>
                      </a:cubicBezTo>
                      <a:cubicBezTo>
                        <a:pt x="44202" y="21766"/>
                        <a:pt x="38281" y="24848"/>
                        <a:pt x="33778" y="31012"/>
                      </a:cubicBezTo>
                      <a:cubicBezTo>
                        <a:pt x="29275" y="37176"/>
                        <a:pt x="27023" y="45202"/>
                        <a:pt x="27023" y="55090"/>
                      </a:cubicBezTo>
                      <a:cubicBezTo>
                        <a:pt x="27023" y="64977"/>
                        <a:pt x="29275" y="73003"/>
                        <a:pt x="33778" y="79167"/>
                      </a:cubicBezTo>
                      <a:cubicBezTo>
                        <a:pt x="38281" y="85331"/>
                        <a:pt x="44202" y="88413"/>
                        <a:pt x="51537" y="88413"/>
                      </a:cubicBezTo>
                      <a:cubicBezTo>
                        <a:pt x="58743" y="88413"/>
                        <a:pt x="64596" y="85395"/>
                        <a:pt x="69099" y="79360"/>
                      </a:cubicBezTo>
                      <a:cubicBezTo>
                        <a:pt x="73731" y="73196"/>
                        <a:pt x="76047" y="65234"/>
                        <a:pt x="76047" y="554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  <p:sp>
              <p:nvSpPr>
                <p:cNvPr id="49" name="Полилиния: фигура 8">
                  <a:extLst>
                    <a:ext uri="{FF2B5EF4-FFF2-40B4-BE49-F238E27FC236}">
                      <a16:creationId xmlns:a16="http://schemas.microsoft.com/office/drawing/2014/main" id="{178E38C5-A000-4503-9E56-B8E1D8A2FA92}"/>
                    </a:ext>
                  </a:extLst>
                </p:cNvPr>
                <p:cNvSpPr/>
                <p:nvPr/>
              </p:nvSpPr>
              <p:spPr>
                <a:xfrm>
                  <a:off x="1093658" y="-612164"/>
                  <a:ext cx="99598" cy="147739"/>
                </a:xfrm>
                <a:custGeom>
                  <a:avLst/>
                  <a:gdLst>
                    <a:gd name="connsiteX0" fmla="*/ 99598 w 99598"/>
                    <a:gd name="connsiteY0" fmla="*/ 55282 h 147739"/>
                    <a:gd name="connsiteX1" fmla="*/ 87051 w 99598"/>
                    <a:gd name="connsiteY1" fmla="*/ 94769 h 147739"/>
                    <a:gd name="connsiteX2" fmla="*/ 55976 w 99598"/>
                    <a:gd name="connsiteY2" fmla="*/ 110371 h 147739"/>
                    <a:gd name="connsiteX3" fmla="*/ 27023 w 99598"/>
                    <a:gd name="connsiteY3" fmla="*/ 93421 h 147739"/>
                    <a:gd name="connsiteX4" fmla="*/ 27023 w 99598"/>
                    <a:gd name="connsiteY4" fmla="*/ 147740 h 147739"/>
                    <a:gd name="connsiteX5" fmla="*/ 0 w 99598"/>
                    <a:gd name="connsiteY5" fmla="*/ 147740 h 147739"/>
                    <a:gd name="connsiteX6" fmla="*/ 0 w 99598"/>
                    <a:gd name="connsiteY6" fmla="*/ 1734 h 147739"/>
                    <a:gd name="connsiteX7" fmla="*/ 27023 w 99598"/>
                    <a:gd name="connsiteY7" fmla="*/ 1734 h 147739"/>
                    <a:gd name="connsiteX8" fmla="*/ 27023 w 99598"/>
                    <a:gd name="connsiteY8" fmla="*/ 17143 h 147739"/>
                    <a:gd name="connsiteX9" fmla="*/ 55976 w 99598"/>
                    <a:gd name="connsiteY9" fmla="*/ 0 h 147739"/>
                    <a:gd name="connsiteX10" fmla="*/ 74311 w 99598"/>
                    <a:gd name="connsiteY10" fmla="*/ 4623 h 147739"/>
                    <a:gd name="connsiteX11" fmla="*/ 88401 w 99598"/>
                    <a:gd name="connsiteY11" fmla="*/ 16373 h 147739"/>
                    <a:gd name="connsiteX12" fmla="*/ 99598 w 99598"/>
                    <a:gd name="connsiteY12" fmla="*/ 55282 h 147739"/>
                    <a:gd name="connsiteX13" fmla="*/ 72575 w 99598"/>
                    <a:gd name="connsiteY13" fmla="*/ 55667 h 147739"/>
                    <a:gd name="connsiteX14" fmla="*/ 66207 w 99598"/>
                    <a:gd name="connsiteY14" fmla="*/ 31783 h 147739"/>
                    <a:gd name="connsiteX15" fmla="*/ 49797 w 99598"/>
                    <a:gd name="connsiteY15" fmla="*/ 22537 h 147739"/>
                    <a:gd name="connsiteX16" fmla="*/ 33198 w 99598"/>
                    <a:gd name="connsiteY16" fmla="*/ 31590 h 147739"/>
                    <a:gd name="connsiteX17" fmla="*/ 27023 w 99598"/>
                    <a:gd name="connsiteY17" fmla="*/ 55282 h 147739"/>
                    <a:gd name="connsiteX18" fmla="*/ 33198 w 99598"/>
                    <a:gd name="connsiteY18" fmla="*/ 78974 h 147739"/>
                    <a:gd name="connsiteX19" fmla="*/ 49797 w 99598"/>
                    <a:gd name="connsiteY19" fmla="*/ 87835 h 147739"/>
                    <a:gd name="connsiteX20" fmla="*/ 66207 w 99598"/>
                    <a:gd name="connsiteY20" fmla="*/ 78782 h 147739"/>
                    <a:gd name="connsiteX21" fmla="*/ 72575 w 99598"/>
                    <a:gd name="connsiteY21" fmla="*/ 55667 h 147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99598" h="147739">
                      <a:moveTo>
                        <a:pt x="99598" y="55282"/>
                      </a:moveTo>
                      <a:cubicBezTo>
                        <a:pt x="99598" y="71077"/>
                        <a:pt x="95417" y="84240"/>
                        <a:pt x="87051" y="94769"/>
                      </a:cubicBezTo>
                      <a:cubicBezTo>
                        <a:pt x="78814" y="105171"/>
                        <a:pt x="68458" y="110371"/>
                        <a:pt x="55976" y="110371"/>
                      </a:cubicBezTo>
                      <a:cubicBezTo>
                        <a:pt x="43107" y="110371"/>
                        <a:pt x="33456" y="104721"/>
                        <a:pt x="27023" y="93421"/>
                      </a:cubicBezTo>
                      <a:lnTo>
                        <a:pt x="27023" y="147740"/>
                      </a:lnTo>
                      <a:lnTo>
                        <a:pt x="0" y="147740"/>
                      </a:lnTo>
                      <a:lnTo>
                        <a:pt x="0" y="1734"/>
                      </a:lnTo>
                      <a:lnTo>
                        <a:pt x="27023" y="1734"/>
                      </a:lnTo>
                      <a:lnTo>
                        <a:pt x="27023" y="17143"/>
                      </a:lnTo>
                      <a:cubicBezTo>
                        <a:pt x="33456" y="5714"/>
                        <a:pt x="43107" y="0"/>
                        <a:pt x="55976" y="0"/>
                      </a:cubicBezTo>
                      <a:cubicBezTo>
                        <a:pt x="62280" y="0"/>
                        <a:pt x="68394" y="1541"/>
                        <a:pt x="74311" y="4623"/>
                      </a:cubicBezTo>
                      <a:cubicBezTo>
                        <a:pt x="80232" y="7576"/>
                        <a:pt x="84928" y="11493"/>
                        <a:pt x="88401" y="16373"/>
                      </a:cubicBezTo>
                      <a:cubicBezTo>
                        <a:pt x="95864" y="26774"/>
                        <a:pt x="99598" y="39744"/>
                        <a:pt x="99598" y="55282"/>
                      </a:cubicBezTo>
                      <a:close/>
                      <a:moveTo>
                        <a:pt x="72575" y="55667"/>
                      </a:moveTo>
                      <a:cubicBezTo>
                        <a:pt x="72575" y="45780"/>
                        <a:pt x="70452" y="37818"/>
                        <a:pt x="66207" y="31783"/>
                      </a:cubicBezTo>
                      <a:cubicBezTo>
                        <a:pt x="62086" y="25619"/>
                        <a:pt x="56620" y="22537"/>
                        <a:pt x="49797" y="22537"/>
                      </a:cubicBezTo>
                      <a:cubicBezTo>
                        <a:pt x="42978" y="22537"/>
                        <a:pt x="37443" y="25554"/>
                        <a:pt x="33198" y="31590"/>
                      </a:cubicBezTo>
                      <a:cubicBezTo>
                        <a:pt x="29082" y="37625"/>
                        <a:pt x="27023" y="45523"/>
                        <a:pt x="27023" y="55282"/>
                      </a:cubicBezTo>
                      <a:cubicBezTo>
                        <a:pt x="27023" y="65042"/>
                        <a:pt x="29082" y="72939"/>
                        <a:pt x="33198" y="78974"/>
                      </a:cubicBezTo>
                      <a:cubicBezTo>
                        <a:pt x="37443" y="84882"/>
                        <a:pt x="42978" y="87835"/>
                        <a:pt x="49797" y="87835"/>
                      </a:cubicBezTo>
                      <a:cubicBezTo>
                        <a:pt x="56491" y="87835"/>
                        <a:pt x="61957" y="84817"/>
                        <a:pt x="66207" y="78782"/>
                      </a:cubicBezTo>
                      <a:cubicBezTo>
                        <a:pt x="70452" y="72746"/>
                        <a:pt x="72575" y="65042"/>
                        <a:pt x="72575" y="556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  <p:sp>
              <p:nvSpPr>
                <p:cNvPr id="50" name="Полилиния: фигура 9">
                  <a:extLst>
                    <a:ext uri="{FF2B5EF4-FFF2-40B4-BE49-F238E27FC236}">
                      <a16:creationId xmlns:a16="http://schemas.microsoft.com/office/drawing/2014/main" id="{37432B89-A8CC-FD93-A5FF-29C06D4683F3}"/>
                    </a:ext>
                  </a:extLst>
                </p:cNvPr>
                <p:cNvSpPr/>
                <p:nvPr/>
              </p:nvSpPr>
              <p:spPr>
                <a:xfrm>
                  <a:off x="1207024" y="-612164"/>
                  <a:ext cx="94192" cy="110178"/>
                </a:xfrm>
                <a:custGeom>
                  <a:avLst/>
                  <a:gdLst>
                    <a:gd name="connsiteX0" fmla="*/ 94193 w 94192"/>
                    <a:gd name="connsiteY0" fmla="*/ 69729 h 110178"/>
                    <a:gd name="connsiteX1" fmla="*/ 79910 w 94192"/>
                    <a:gd name="connsiteY1" fmla="*/ 99392 h 110178"/>
                    <a:gd name="connsiteX2" fmla="*/ 48834 w 94192"/>
                    <a:gd name="connsiteY2" fmla="*/ 110179 h 110178"/>
                    <a:gd name="connsiteX3" fmla="*/ 12740 w 94192"/>
                    <a:gd name="connsiteY3" fmla="*/ 95925 h 110178"/>
                    <a:gd name="connsiteX4" fmla="*/ 0 w 94192"/>
                    <a:gd name="connsiteY4" fmla="*/ 55860 h 110178"/>
                    <a:gd name="connsiteX5" fmla="*/ 12934 w 94192"/>
                    <a:gd name="connsiteY5" fmla="*/ 14639 h 110178"/>
                    <a:gd name="connsiteX6" fmla="*/ 49221 w 94192"/>
                    <a:gd name="connsiteY6" fmla="*/ 0 h 110178"/>
                    <a:gd name="connsiteX7" fmla="*/ 80683 w 94192"/>
                    <a:gd name="connsiteY7" fmla="*/ 10787 h 110178"/>
                    <a:gd name="connsiteX8" fmla="*/ 94193 w 94192"/>
                    <a:gd name="connsiteY8" fmla="*/ 40643 h 110178"/>
                    <a:gd name="connsiteX9" fmla="*/ 68329 w 94192"/>
                    <a:gd name="connsiteY9" fmla="*/ 40643 h 110178"/>
                    <a:gd name="connsiteX10" fmla="*/ 61571 w 94192"/>
                    <a:gd name="connsiteY10" fmla="*/ 26197 h 110178"/>
                    <a:gd name="connsiteX11" fmla="*/ 49028 w 94192"/>
                    <a:gd name="connsiteY11" fmla="*/ 21766 h 110178"/>
                    <a:gd name="connsiteX12" fmla="*/ 32235 w 94192"/>
                    <a:gd name="connsiteY12" fmla="*/ 30627 h 110178"/>
                    <a:gd name="connsiteX13" fmla="*/ 27023 w 94192"/>
                    <a:gd name="connsiteY13" fmla="*/ 55860 h 110178"/>
                    <a:gd name="connsiteX14" fmla="*/ 32811 w 94192"/>
                    <a:gd name="connsiteY14" fmla="*/ 79745 h 110178"/>
                    <a:gd name="connsiteX15" fmla="*/ 49028 w 94192"/>
                    <a:gd name="connsiteY15" fmla="*/ 88413 h 110178"/>
                    <a:gd name="connsiteX16" fmla="*/ 61381 w 94192"/>
                    <a:gd name="connsiteY16" fmla="*/ 84175 h 110178"/>
                    <a:gd name="connsiteX17" fmla="*/ 68329 w 94192"/>
                    <a:gd name="connsiteY17" fmla="*/ 69729 h 110178"/>
                    <a:gd name="connsiteX18" fmla="*/ 94193 w 94192"/>
                    <a:gd name="connsiteY18" fmla="*/ 69729 h 110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94192" h="110178">
                      <a:moveTo>
                        <a:pt x="94193" y="69729"/>
                      </a:moveTo>
                      <a:cubicBezTo>
                        <a:pt x="92908" y="82185"/>
                        <a:pt x="88143" y="92073"/>
                        <a:pt x="79910" y="99392"/>
                      </a:cubicBezTo>
                      <a:cubicBezTo>
                        <a:pt x="71801" y="106583"/>
                        <a:pt x="61446" y="110179"/>
                        <a:pt x="48834" y="110179"/>
                      </a:cubicBezTo>
                      <a:cubicBezTo>
                        <a:pt x="33391" y="110179"/>
                        <a:pt x="21360" y="105428"/>
                        <a:pt x="12740" y="95925"/>
                      </a:cubicBezTo>
                      <a:cubicBezTo>
                        <a:pt x="4245" y="86422"/>
                        <a:pt x="0" y="73067"/>
                        <a:pt x="0" y="55860"/>
                      </a:cubicBezTo>
                      <a:cubicBezTo>
                        <a:pt x="0" y="38139"/>
                        <a:pt x="4310" y="24399"/>
                        <a:pt x="12934" y="14639"/>
                      </a:cubicBezTo>
                      <a:cubicBezTo>
                        <a:pt x="21553" y="4880"/>
                        <a:pt x="33649" y="0"/>
                        <a:pt x="49221" y="0"/>
                      </a:cubicBezTo>
                      <a:cubicBezTo>
                        <a:pt x="62215" y="0"/>
                        <a:pt x="72704" y="3596"/>
                        <a:pt x="80683" y="10787"/>
                      </a:cubicBezTo>
                      <a:cubicBezTo>
                        <a:pt x="88787" y="17978"/>
                        <a:pt x="93290" y="27930"/>
                        <a:pt x="94193" y="40643"/>
                      </a:cubicBezTo>
                      <a:lnTo>
                        <a:pt x="68329" y="40643"/>
                      </a:lnTo>
                      <a:cubicBezTo>
                        <a:pt x="66783" y="33837"/>
                        <a:pt x="64531" y="29021"/>
                        <a:pt x="61571" y="26197"/>
                      </a:cubicBezTo>
                      <a:cubicBezTo>
                        <a:pt x="58743" y="23243"/>
                        <a:pt x="54558" y="21766"/>
                        <a:pt x="49028" y="21766"/>
                      </a:cubicBezTo>
                      <a:cubicBezTo>
                        <a:pt x="41048" y="21766"/>
                        <a:pt x="35450" y="24720"/>
                        <a:pt x="32235" y="30627"/>
                      </a:cubicBezTo>
                      <a:cubicBezTo>
                        <a:pt x="28759" y="37176"/>
                        <a:pt x="27023" y="45587"/>
                        <a:pt x="27023" y="55860"/>
                      </a:cubicBezTo>
                      <a:cubicBezTo>
                        <a:pt x="27023" y="66005"/>
                        <a:pt x="28953" y="73966"/>
                        <a:pt x="32811" y="79745"/>
                      </a:cubicBezTo>
                      <a:cubicBezTo>
                        <a:pt x="36803" y="85524"/>
                        <a:pt x="42204" y="88413"/>
                        <a:pt x="49028" y="88413"/>
                      </a:cubicBezTo>
                      <a:cubicBezTo>
                        <a:pt x="54300" y="88413"/>
                        <a:pt x="58421" y="87000"/>
                        <a:pt x="61381" y="84175"/>
                      </a:cubicBezTo>
                      <a:cubicBezTo>
                        <a:pt x="64338" y="81222"/>
                        <a:pt x="66654" y="76406"/>
                        <a:pt x="68329" y="69729"/>
                      </a:cubicBezTo>
                      <a:lnTo>
                        <a:pt x="94193" y="6972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40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T Root UI"/>
                    <a:cs typeface="Arial"/>
                  </a:endParaRPr>
                </a:p>
              </p:txBody>
            </p:sp>
          </p:grpSp>
          <p:sp>
            <p:nvSpPr>
              <p:cNvPr id="28" name="Полилиния: фигура 3">
                <a:extLst>
                  <a:ext uri="{FF2B5EF4-FFF2-40B4-BE49-F238E27FC236}">
                    <a16:creationId xmlns:a16="http://schemas.microsoft.com/office/drawing/2014/main" id="{3A703287-BC58-5E85-2D0E-8EBC27C041F4}"/>
                  </a:ext>
                </a:extLst>
              </p:cNvPr>
              <p:cNvSpPr/>
              <p:nvPr/>
            </p:nvSpPr>
            <p:spPr>
              <a:xfrm>
                <a:off x="446402" y="437504"/>
                <a:ext cx="231132" cy="231131"/>
              </a:xfrm>
              <a:custGeom>
                <a:avLst/>
                <a:gdLst>
                  <a:gd name="connsiteX0" fmla="*/ 0 w 249425"/>
                  <a:gd name="connsiteY0" fmla="*/ 0 h 249424"/>
                  <a:gd name="connsiteX1" fmla="*/ 249425 w 249425"/>
                  <a:gd name="connsiteY1" fmla="*/ 0 h 249424"/>
                  <a:gd name="connsiteX2" fmla="*/ 249425 w 249425"/>
                  <a:gd name="connsiteY2" fmla="*/ 249424 h 249424"/>
                  <a:gd name="connsiteX3" fmla="*/ 0 w 249425"/>
                  <a:gd name="connsiteY3" fmla="*/ 249424 h 249424"/>
                  <a:gd name="connsiteX4" fmla="*/ 0 w 249425"/>
                  <a:gd name="connsiteY4" fmla="*/ 0 h 249424"/>
                  <a:gd name="connsiteX5" fmla="*/ 110771 w 249425"/>
                  <a:gd name="connsiteY5" fmla="*/ 55424 h 249424"/>
                  <a:gd name="connsiteX6" fmla="*/ 110771 w 249425"/>
                  <a:gd name="connsiteY6" fmla="*/ 194001 h 249424"/>
                  <a:gd name="connsiteX7" fmla="*/ 138501 w 249425"/>
                  <a:gd name="connsiteY7" fmla="*/ 194001 h 249424"/>
                  <a:gd name="connsiteX8" fmla="*/ 138501 w 249425"/>
                  <a:gd name="connsiteY8" fmla="*/ 55424 h 249424"/>
                  <a:gd name="connsiteX9" fmla="*/ 110771 w 249425"/>
                  <a:gd name="connsiteY9" fmla="*/ 55424 h 24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9425" h="249424">
                    <a:moveTo>
                      <a:pt x="0" y="0"/>
                    </a:moveTo>
                    <a:lnTo>
                      <a:pt x="249425" y="0"/>
                    </a:lnTo>
                    <a:lnTo>
                      <a:pt x="249425" y="249424"/>
                    </a:lnTo>
                    <a:lnTo>
                      <a:pt x="0" y="249424"/>
                    </a:lnTo>
                    <a:lnTo>
                      <a:pt x="0" y="0"/>
                    </a:lnTo>
                    <a:close/>
                    <a:moveTo>
                      <a:pt x="110771" y="55424"/>
                    </a:moveTo>
                    <a:lnTo>
                      <a:pt x="110771" y="194001"/>
                    </a:lnTo>
                    <a:lnTo>
                      <a:pt x="138501" y="194001"/>
                    </a:lnTo>
                    <a:lnTo>
                      <a:pt x="138501" y="55424"/>
                    </a:lnTo>
                    <a:lnTo>
                      <a:pt x="110771" y="55424"/>
                    </a:lnTo>
                    <a:close/>
                  </a:path>
                </a:pathLst>
              </a:custGeom>
              <a:solidFill>
                <a:srgbClr val="FF5D18"/>
              </a:solidFill>
              <a:ln w="40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T Root UI"/>
                  <a:cs typeface="Arial"/>
                </a:endParaRPr>
              </a:p>
            </p:txBody>
          </p:sp>
        </p:grpSp>
      </p:grp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5CA8D75-D481-739D-B072-546FF91BA14C}"/>
              </a:ext>
            </a:extLst>
          </p:cNvPr>
          <p:cNvCxnSpPr/>
          <p:nvPr/>
        </p:nvCxnSpPr>
        <p:spPr>
          <a:xfrm>
            <a:off x="3286125" y="732309"/>
            <a:ext cx="89058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83D8C39-48E8-2B8F-C93E-12F9EE4BD5B9}"/>
              </a:ext>
            </a:extLst>
          </p:cNvPr>
          <p:cNvCxnSpPr>
            <a:cxnSpLocks/>
          </p:cNvCxnSpPr>
          <p:nvPr/>
        </p:nvCxnSpPr>
        <p:spPr>
          <a:xfrm>
            <a:off x="1631950" y="6129338"/>
            <a:ext cx="105600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0FA5263-DAE9-62C2-070D-97B8D592633B}"/>
              </a:ext>
            </a:extLst>
          </p:cNvPr>
          <p:cNvCxnSpPr>
            <a:cxnSpLocks/>
          </p:cNvCxnSpPr>
          <p:nvPr/>
        </p:nvCxnSpPr>
        <p:spPr>
          <a:xfrm flipH="1" flipV="1">
            <a:off x="11604625" y="-2"/>
            <a:ext cx="1" cy="68580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4840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Theme">
  <a:themeElements>
    <a:clrScheme name="Пользовательские 1">
      <a:dk1>
        <a:srgbClr val="000000"/>
      </a:dk1>
      <a:lt1>
        <a:srgbClr val="FFFFFF"/>
      </a:lt1>
      <a:dk2>
        <a:srgbClr val="FE5F19"/>
      </a:dk2>
      <a:lt2>
        <a:srgbClr val="FEFFFF"/>
      </a:lt2>
      <a:accent1>
        <a:srgbClr val="3214B4"/>
      </a:accent1>
      <a:accent2>
        <a:srgbClr val="28AEF0"/>
      </a:accent2>
      <a:accent3>
        <a:srgbClr val="FE5F19"/>
      </a:accent3>
      <a:accent4>
        <a:srgbClr val="00AA5E"/>
      </a:accent4>
      <a:accent5>
        <a:srgbClr val="F0C332"/>
      </a:accent5>
      <a:accent6>
        <a:srgbClr val="EB2836"/>
      </a:accent6>
      <a:hlink>
        <a:srgbClr val="1400DC"/>
      </a:hlink>
      <a:folHlink>
        <a:srgbClr val="FF0002"/>
      </a:folHlink>
    </a:clrScheme>
    <a:fontScheme name="Другая 6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blipFill>
          <a:blip xmlns:r="http://schemas.openxmlformats.org/officeDocument/2006/relationships" r:embed="rId1"/>
          <a:srcRect l="-201" r="200"/>
          <a:stretch/>
        </a:blip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eme">
  <a:themeElements>
    <a:clrScheme name="Пользовательские 1">
      <a:dk1>
        <a:srgbClr val="000000"/>
      </a:dk1>
      <a:lt1>
        <a:srgbClr val="FFFFFF"/>
      </a:lt1>
      <a:dk2>
        <a:srgbClr val="373737"/>
      </a:dk2>
      <a:lt2>
        <a:srgbClr val="F2F2F2"/>
      </a:lt2>
      <a:accent1>
        <a:srgbClr val="FF5F19"/>
      </a:accent1>
      <a:accent2>
        <a:srgbClr val="7F7F7F"/>
      </a:accent2>
      <a:accent3>
        <a:srgbClr val="00AA5E"/>
      </a:accent3>
      <a:accent4>
        <a:srgbClr val="EB2836"/>
      </a:accent4>
      <a:accent5>
        <a:srgbClr val="F0C332"/>
      </a:accent5>
      <a:accent6>
        <a:srgbClr val="FFFFFF"/>
      </a:accent6>
      <a:hlink>
        <a:srgbClr val="FFFFFF"/>
      </a:hlink>
      <a:folHlink>
        <a:srgbClr val="FFFFFF"/>
      </a:folHlink>
    </a:clrScheme>
    <a:fontScheme name="Isource">
      <a:majorFont>
        <a:latin typeface="TeXGyreHeros"/>
        <a:ea typeface="Arial"/>
        <a:cs typeface="Arial"/>
      </a:majorFont>
      <a:minorFont>
        <a:latin typeface="PT Root U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373737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0" marR="0" algn="l" fontAlgn="b">
          <a:lnSpc>
            <a:spcPct val="80000"/>
          </a:lnSpc>
          <a:spcBef>
            <a:spcPts val="1800"/>
          </a:spcBef>
          <a:buClr>
            <a:srgbClr val="FE5F19"/>
          </a:buClr>
          <a:buSzPct val="120000"/>
          <a:tabLst/>
          <a:defRPr sz="1600" dirty="0" smtClean="0">
            <a:solidFill>
              <a:srgbClr val="373737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1498</cp:revision>
  <cp:lastPrinted>2026-09-22T07:23:17Z</cp:lastPrinted>
  <dcterms:created xsi:type="dcterms:W3CDTF">2024-04-22T07:38:14Z</dcterms:created>
  <dcterms:modified xsi:type="dcterms:W3CDTF">2026-10-04T17:29:21Z</dcterms:modified>
  <cp:category/>
  <dc:identifier/>
  <cp:contentStatus/>
  <dc:language/>
  <cp:version/>
</cp:coreProperties>
</file>